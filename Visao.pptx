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</p:sldMasterIdLst>
  <p:notesMasterIdLst>
    <p:notesMasterId r:id="rId7"/>
  </p:notesMasterIdLst>
  <p:sldIdLst>
    <p:sldId id="256" r:id="rId2"/>
    <p:sldId id="261" r:id="rId3"/>
    <p:sldId id="258" r:id="rId4"/>
    <p:sldId id="264" r:id="rId5"/>
    <p:sldId id="265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DF9F16-AD5F-43C2-A199-CB921DE40DDC}">
  <a:tblStyle styleId="{ECDF9F16-AD5F-43C2-A199-CB921DE40D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60c4c8e09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60c4c8e09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60c4c8e09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60c4c8e09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76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60c4c8e09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60c4c8e09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60c4c8e09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60c4c8e09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416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60c4c8e09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60c4c8e09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346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 amt="30000"/>
            </a:blip>
            <a:srcRect/>
            <a:stretch/>
          </p:blipFill>
          <p:spPr>
            <a:xfrm>
              <a:off x="0" y="0"/>
              <a:ext cx="9143997" cy="5143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 amt="12000"/>
            </a:blip>
            <a:srcRect t="15597"/>
            <a:stretch/>
          </p:blipFill>
          <p:spPr>
            <a:xfrm>
              <a:off x="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02050" y="2570050"/>
            <a:ext cx="6228600" cy="19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882850" y="608163"/>
            <a:ext cx="2547900" cy="6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85" name="Google Shape;285;p13"/>
            <p:cNvPicPr preferRelativeResize="0"/>
            <p:nvPr/>
          </p:nvPicPr>
          <p:blipFill rotWithShape="1">
            <a:blip r:embed="rId2">
              <a:alphaModFix amt="30000"/>
            </a:blip>
            <a:srcRect/>
            <a:stretch/>
          </p:blipFill>
          <p:spPr>
            <a:xfrm rot="10800000">
              <a:off x="6" y="11"/>
              <a:ext cx="9143997" cy="5143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3"/>
            <p:cNvPicPr preferRelativeResize="0"/>
            <p:nvPr/>
          </p:nvPicPr>
          <p:blipFill rotWithShape="1">
            <a:blip r:embed="rId3">
              <a:alphaModFix amt="12000"/>
            </a:blip>
            <a:srcRect t="15597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13"/>
          <p:cNvSpPr txBox="1">
            <a:spLocks noGrp="1"/>
          </p:cNvSpPr>
          <p:nvPr>
            <p:ph type="title"/>
          </p:nvPr>
        </p:nvSpPr>
        <p:spPr>
          <a:xfrm>
            <a:off x="720025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subTitle" idx="1"/>
          </p:nvPr>
        </p:nvSpPr>
        <p:spPr>
          <a:xfrm>
            <a:off x="1606824" y="1999877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3"/>
          <p:cNvSpPr txBox="1">
            <a:spLocks noGrp="1"/>
          </p:cNvSpPr>
          <p:nvPr>
            <p:ph type="subTitle" idx="2"/>
          </p:nvPr>
        </p:nvSpPr>
        <p:spPr>
          <a:xfrm>
            <a:off x="5506101" y="2000077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3"/>
          <p:cNvSpPr txBox="1">
            <a:spLocks noGrp="1"/>
          </p:cNvSpPr>
          <p:nvPr>
            <p:ph type="subTitle" idx="3"/>
          </p:nvPr>
        </p:nvSpPr>
        <p:spPr>
          <a:xfrm>
            <a:off x="1606824" y="3594485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3"/>
          <p:cNvSpPr txBox="1">
            <a:spLocks noGrp="1"/>
          </p:cNvSpPr>
          <p:nvPr>
            <p:ph type="subTitle" idx="4"/>
          </p:nvPr>
        </p:nvSpPr>
        <p:spPr>
          <a:xfrm>
            <a:off x="5506101" y="3594685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3"/>
          <p:cNvSpPr txBox="1">
            <a:spLocks noGrp="1"/>
          </p:cNvSpPr>
          <p:nvPr>
            <p:ph type="title" idx="5" hasCustomPrompt="1"/>
          </p:nvPr>
        </p:nvSpPr>
        <p:spPr>
          <a:xfrm>
            <a:off x="753362" y="193905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3" name="Google Shape;293;p13"/>
          <p:cNvSpPr txBox="1">
            <a:spLocks noGrp="1"/>
          </p:cNvSpPr>
          <p:nvPr>
            <p:ph type="title" idx="6" hasCustomPrompt="1"/>
          </p:nvPr>
        </p:nvSpPr>
        <p:spPr>
          <a:xfrm>
            <a:off x="753375" y="353370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4" name="Google Shape;294;p13"/>
          <p:cNvSpPr txBox="1">
            <a:spLocks noGrp="1"/>
          </p:cNvSpPr>
          <p:nvPr>
            <p:ph type="title" idx="7" hasCustomPrompt="1"/>
          </p:nvPr>
        </p:nvSpPr>
        <p:spPr>
          <a:xfrm>
            <a:off x="4652663" y="193925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5" name="Google Shape;295;p13"/>
          <p:cNvSpPr txBox="1">
            <a:spLocks noGrp="1"/>
          </p:cNvSpPr>
          <p:nvPr>
            <p:ph type="title" idx="8" hasCustomPrompt="1"/>
          </p:nvPr>
        </p:nvSpPr>
        <p:spPr>
          <a:xfrm>
            <a:off x="4652663" y="353390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6" name="Google Shape;296;p13"/>
          <p:cNvSpPr txBox="1">
            <a:spLocks noGrp="1"/>
          </p:cNvSpPr>
          <p:nvPr>
            <p:ph type="subTitle" idx="9"/>
          </p:nvPr>
        </p:nvSpPr>
        <p:spPr>
          <a:xfrm>
            <a:off x="1606824" y="1753125"/>
            <a:ext cx="292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297" name="Google Shape;297;p13"/>
          <p:cNvSpPr txBox="1">
            <a:spLocks noGrp="1"/>
          </p:cNvSpPr>
          <p:nvPr>
            <p:ph type="subTitle" idx="13"/>
          </p:nvPr>
        </p:nvSpPr>
        <p:spPr>
          <a:xfrm>
            <a:off x="5506100" y="1753325"/>
            <a:ext cx="292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subTitle" idx="14"/>
          </p:nvPr>
        </p:nvSpPr>
        <p:spPr>
          <a:xfrm>
            <a:off x="1606824" y="3347808"/>
            <a:ext cx="292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299" name="Google Shape;299;p13"/>
          <p:cNvSpPr txBox="1">
            <a:spLocks noGrp="1"/>
          </p:cNvSpPr>
          <p:nvPr>
            <p:ph type="subTitle" idx="15"/>
          </p:nvPr>
        </p:nvSpPr>
        <p:spPr>
          <a:xfrm>
            <a:off x="5506100" y="3348008"/>
            <a:ext cx="292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Malayalam"/>
              <a:buNone/>
              <a:defRPr sz="2200"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grpSp>
        <p:nvGrpSpPr>
          <p:cNvPr id="300" name="Google Shape;300;p13"/>
          <p:cNvGrpSpPr/>
          <p:nvPr/>
        </p:nvGrpSpPr>
        <p:grpSpPr>
          <a:xfrm>
            <a:off x="5963107" y="400911"/>
            <a:ext cx="3237337" cy="177871"/>
            <a:chOff x="7136357" y="2588172"/>
            <a:chExt cx="3237337" cy="177871"/>
          </a:xfrm>
        </p:grpSpPr>
        <p:grpSp>
          <p:nvGrpSpPr>
            <p:cNvPr id="301" name="Google Shape;301;p13"/>
            <p:cNvGrpSpPr/>
            <p:nvPr/>
          </p:nvGrpSpPr>
          <p:grpSpPr>
            <a:xfrm>
              <a:off x="7470672" y="2724451"/>
              <a:ext cx="2889600" cy="41592"/>
              <a:chOff x="10179414" y="3663077"/>
              <a:chExt cx="3937321" cy="56673"/>
            </a:xfrm>
          </p:grpSpPr>
          <p:sp>
            <p:nvSpPr>
              <p:cNvPr id="302" name="Google Shape;302;p13"/>
              <p:cNvSpPr/>
              <p:nvPr/>
            </p:nvSpPr>
            <p:spPr>
              <a:xfrm>
                <a:off x="10236885" y="3691588"/>
                <a:ext cx="3879850" cy="4250"/>
              </a:xfrm>
              <a:custGeom>
                <a:avLst/>
                <a:gdLst/>
                <a:ahLst/>
                <a:cxnLst/>
                <a:rect l="l" t="t" r="r" b="b"/>
                <a:pathLst>
                  <a:path w="155194" h="170" extrusionOk="0">
                    <a:moveTo>
                      <a:pt x="155194" y="17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3"/>
              <p:cNvSpPr/>
              <p:nvPr/>
            </p:nvSpPr>
            <p:spPr>
              <a:xfrm>
                <a:off x="10179414" y="3663077"/>
                <a:ext cx="56674" cy="56673"/>
              </a:xfrm>
              <a:custGeom>
                <a:avLst/>
                <a:gdLst/>
                <a:ahLst/>
                <a:cxnLst/>
                <a:rect l="l" t="t" r="r" b="b"/>
                <a:pathLst>
                  <a:path w="56674" h="56673" extrusionOk="0">
                    <a:moveTo>
                      <a:pt x="0" y="28337"/>
                    </a:moveTo>
                    <a:cubicBezTo>
                      <a:pt x="0" y="12668"/>
                      <a:pt x="12669" y="0"/>
                      <a:pt x="28338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ubicBezTo>
                      <a:pt x="56674" y="44005"/>
                      <a:pt x="44005" y="56674"/>
                      <a:pt x="28338" y="56674"/>
                    </a:cubicBezTo>
                    <a:cubicBezTo>
                      <a:pt x="12669" y="56674"/>
                      <a:pt x="0" y="44005"/>
                      <a:pt x="0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13"/>
            <p:cNvGrpSpPr/>
            <p:nvPr/>
          </p:nvGrpSpPr>
          <p:grpSpPr>
            <a:xfrm>
              <a:off x="7136357" y="2588172"/>
              <a:ext cx="3237337" cy="79827"/>
              <a:chOff x="9723882" y="3477386"/>
              <a:chExt cx="4411141" cy="108770"/>
            </a:xfrm>
          </p:grpSpPr>
          <p:sp>
            <p:nvSpPr>
              <p:cNvPr id="305" name="Google Shape;305;p13"/>
              <p:cNvSpPr/>
              <p:nvPr/>
            </p:nvSpPr>
            <p:spPr>
              <a:xfrm>
                <a:off x="9781373" y="3505902"/>
                <a:ext cx="4353650" cy="2550"/>
              </a:xfrm>
              <a:custGeom>
                <a:avLst/>
                <a:gdLst/>
                <a:ahLst/>
                <a:cxnLst/>
                <a:rect l="l" t="t" r="r" b="b"/>
                <a:pathLst>
                  <a:path w="174146" h="102" extrusionOk="0">
                    <a:moveTo>
                      <a:pt x="174146" y="10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10361119" y="3505731"/>
                <a:ext cx="3751050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150042" h="3217" extrusionOk="0">
                    <a:moveTo>
                      <a:pt x="150042" y="3217"/>
                    </a:moveTo>
                    <a:lnTo>
                      <a:pt x="5279" y="3025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9723882" y="3477386"/>
                <a:ext cx="56673" cy="56673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0" y="28337"/>
                    </a:move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3" y="12668"/>
                      <a:pt x="56673" y="28337"/>
                    </a:cubicBezTo>
                    <a:cubicBezTo>
                      <a:pt x="56673" y="44006"/>
                      <a:pt x="44005" y="56674"/>
                      <a:pt x="28337" y="56674"/>
                    </a:cubicBezTo>
                    <a:cubicBezTo>
                      <a:pt x="12668" y="56674"/>
                      <a:pt x="0" y="44006"/>
                      <a:pt x="0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634;p2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35" name="Google Shape;635;p27"/>
            <p:cNvPicPr preferRelativeResize="0"/>
            <p:nvPr/>
          </p:nvPicPr>
          <p:blipFill rotWithShape="1">
            <a:blip r:embed="rId2">
              <a:alphaModFix amt="30000"/>
            </a:blip>
            <a:srcRect/>
            <a:stretch/>
          </p:blipFill>
          <p:spPr>
            <a:xfrm>
              <a:off x="0" y="0"/>
              <a:ext cx="9143997" cy="5143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6" name="Google Shape;636;p27"/>
            <p:cNvPicPr preferRelativeResize="0"/>
            <p:nvPr/>
          </p:nvPicPr>
          <p:blipFill rotWithShape="1">
            <a:blip r:embed="rId3">
              <a:alphaModFix amt="12000"/>
            </a:blip>
            <a:srcRect t="15597"/>
            <a:stretch/>
          </p:blipFill>
          <p:spPr>
            <a:xfrm>
              <a:off x="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7" name="Google Shape;637;p27"/>
          <p:cNvGrpSpPr/>
          <p:nvPr/>
        </p:nvGrpSpPr>
        <p:grpSpPr>
          <a:xfrm>
            <a:off x="-1695325" y="1018976"/>
            <a:ext cx="11977283" cy="2728943"/>
            <a:chOff x="-1695325" y="1018976"/>
            <a:chExt cx="11977283" cy="2728943"/>
          </a:xfrm>
        </p:grpSpPr>
        <p:grpSp>
          <p:nvGrpSpPr>
            <p:cNvPr id="638" name="Google Shape;638;p27"/>
            <p:cNvGrpSpPr/>
            <p:nvPr/>
          </p:nvGrpSpPr>
          <p:grpSpPr>
            <a:xfrm>
              <a:off x="8470607" y="3570047"/>
              <a:ext cx="1811351" cy="177871"/>
              <a:chOff x="7136357" y="2588172"/>
              <a:chExt cx="1811351" cy="177871"/>
            </a:xfrm>
          </p:grpSpPr>
          <p:grpSp>
            <p:nvGrpSpPr>
              <p:cNvPr id="639" name="Google Shape;639;p27"/>
              <p:cNvGrpSpPr/>
              <p:nvPr/>
            </p:nvGrpSpPr>
            <p:grpSpPr>
              <a:xfrm>
                <a:off x="7470672" y="2724451"/>
                <a:ext cx="1477036" cy="41592"/>
                <a:chOff x="10179414" y="3663077"/>
                <a:chExt cx="2012585" cy="56673"/>
              </a:xfrm>
            </p:grpSpPr>
            <p:sp>
              <p:nvSpPr>
                <p:cNvPr id="640" name="Google Shape;640;p27"/>
                <p:cNvSpPr/>
                <p:nvPr/>
              </p:nvSpPr>
              <p:spPr>
                <a:xfrm>
                  <a:off x="10236898" y="3691604"/>
                  <a:ext cx="1955101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101" h="4762" extrusionOk="0">
                      <a:moveTo>
                        <a:pt x="1955102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27"/>
                <p:cNvSpPr/>
                <p:nvPr/>
              </p:nvSpPr>
              <p:spPr>
                <a:xfrm>
                  <a:off x="10179414" y="3663077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2" name="Google Shape;642;p27"/>
              <p:cNvGrpSpPr/>
              <p:nvPr/>
            </p:nvGrpSpPr>
            <p:grpSpPr>
              <a:xfrm>
                <a:off x="7136357" y="2588172"/>
                <a:ext cx="1811351" cy="76300"/>
                <a:chOff x="9723882" y="3477386"/>
                <a:chExt cx="2468117" cy="103965"/>
              </a:xfrm>
            </p:grpSpPr>
            <p:sp>
              <p:nvSpPr>
                <p:cNvPr id="643" name="Google Shape;643;p27"/>
                <p:cNvSpPr/>
                <p:nvPr/>
              </p:nvSpPr>
              <p:spPr>
                <a:xfrm>
                  <a:off x="9781365" y="3505914"/>
                  <a:ext cx="2410634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634" h="4762" extrusionOk="0">
                      <a:moveTo>
                        <a:pt x="2410635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27"/>
                <p:cNvSpPr/>
                <p:nvPr/>
              </p:nvSpPr>
              <p:spPr>
                <a:xfrm>
                  <a:off x="10361104" y="3505723"/>
                  <a:ext cx="1830466" cy="75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466" h="75628" extrusionOk="0">
                      <a:moveTo>
                        <a:pt x="1830466" y="75629"/>
                      </a:moveTo>
                      <a:lnTo>
                        <a:pt x="131969" y="7562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27"/>
                <p:cNvSpPr/>
                <p:nvPr/>
              </p:nvSpPr>
              <p:spPr>
                <a:xfrm>
                  <a:off x="9723882" y="3477386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6"/>
                        <a:pt x="44005" y="56674"/>
                        <a:pt x="28337" y="56674"/>
                      </a:cubicBezTo>
                      <a:cubicBezTo>
                        <a:pt x="12668" y="56674"/>
                        <a:pt x="0" y="44006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6" name="Google Shape;646;p27"/>
            <p:cNvGrpSpPr/>
            <p:nvPr/>
          </p:nvGrpSpPr>
          <p:grpSpPr>
            <a:xfrm>
              <a:off x="8775227" y="3296302"/>
              <a:ext cx="1149081" cy="169832"/>
              <a:chOff x="7798627" y="2992602"/>
              <a:chExt cx="1149081" cy="169832"/>
            </a:xfrm>
          </p:grpSpPr>
          <p:grpSp>
            <p:nvGrpSpPr>
              <p:cNvPr id="647" name="Google Shape;647;p27"/>
              <p:cNvGrpSpPr/>
              <p:nvPr/>
            </p:nvGrpSpPr>
            <p:grpSpPr>
              <a:xfrm>
                <a:off x="8092574" y="3120841"/>
                <a:ext cx="855134" cy="41592"/>
                <a:chOff x="11026807" y="4203192"/>
                <a:chExt cx="1165192" cy="56673"/>
              </a:xfrm>
            </p:grpSpPr>
            <p:sp>
              <p:nvSpPr>
                <p:cNvPr id="648" name="Google Shape;648;p27"/>
                <p:cNvSpPr/>
                <p:nvPr/>
              </p:nvSpPr>
              <p:spPr>
                <a:xfrm>
                  <a:off x="11084290" y="4231719"/>
                  <a:ext cx="1107709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709" h="4762" extrusionOk="0">
                      <a:moveTo>
                        <a:pt x="110771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27"/>
                <p:cNvSpPr/>
                <p:nvPr/>
              </p:nvSpPr>
              <p:spPr>
                <a:xfrm>
                  <a:off x="11026807" y="4203192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0" name="Google Shape;650;p27"/>
              <p:cNvGrpSpPr/>
              <p:nvPr/>
            </p:nvGrpSpPr>
            <p:grpSpPr>
              <a:xfrm>
                <a:off x="7798627" y="2992602"/>
                <a:ext cx="1149081" cy="41592"/>
                <a:chOff x="10626280" y="4028455"/>
                <a:chExt cx="1565719" cy="56673"/>
              </a:xfrm>
            </p:grpSpPr>
            <p:sp>
              <p:nvSpPr>
                <p:cNvPr id="651" name="Google Shape;651;p27"/>
                <p:cNvSpPr/>
                <p:nvPr/>
              </p:nvSpPr>
              <p:spPr>
                <a:xfrm>
                  <a:off x="10683763" y="4057030"/>
                  <a:ext cx="1508236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236" h="4762" extrusionOk="0">
                      <a:moveTo>
                        <a:pt x="1508236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27"/>
                <p:cNvSpPr/>
                <p:nvPr/>
              </p:nvSpPr>
              <p:spPr>
                <a:xfrm>
                  <a:off x="10626280" y="4028455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53" name="Google Shape;653;p27"/>
            <p:cNvGrpSpPr/>
            <p:nvPr/>
          </p:nvGrpSpPr>
          <p:grpSpPr>
            <a:xfrm>
              <a:off x="-1695325" y="1018976"/>
              <a:ext cx="2292989" cy="123799"/>
              <a:chOff x="0" y="2586076"/>
              <a:chExt cx="2292989" cy="123799"/>
            </a:xfrm>
          </p:grpSpPr>
          <p:grpSp>
            <p:nvGrpSpPr>
              <p:cNvPr id="654" name="Google Shape;654;p27"/>
              <p:cNvGrpSpPr/>
              <p:nvPr/>
            </p:nvGrpSpPr>
            <p:grpSpPr>
              <a:xfrm>
                <a:off x="228600" y="2586076"/>
                <a:ext cx="1664972" cy="41592"/>
                <a:chOff x="311487" y="3474529"/>
                <a:chExt cx="2268663" cy="56673"/>
              </a:xfrm>
            </p:grpSpPr>
            <p:sp>
              <p:nvSpPr>
                <p:cNvPr id="655" name="Google Shape;655;p27"/>
                <p:cNvSpPr/>
                <p:nvPr/>
              </p:nvSpPr>
              <p:spPr>
                <a:xfrm>
                  <a:off x="311487" y="3502675"/>
                  <a:ext cx="2211228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1228" h="4762" extrusionOk="0">
                      <a:moveTo>
                        <a:pt x="0" y="0"/>
                      </a:moveTo>
                      <a:lnTo>
                        <a:pt x="2211229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27"/>
                <p:cNvSpPr/>
                <p:nvPr/>
              </p:nvSpPr>
              <p:spPr>
                <a:xfrm>
                  <a:off x="2523477" y="3474529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56674" y="28337"/>
                      </a:moveTo>
                      <a:cubicBezTo>
                        <a:pt x="56674" y="44005"/>
                        <a:pt x="44006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6" y="0"/>
                        <a:pt x="56674" y="12668"/>
                        <a:pt x="56674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7" name="Google Shape;657;p27"/>
              <p:cNvGrpSpPr/>
              <p:nvPr/>
            </p:nvGrpSpPr>
            <p:grpSpPr>
              <a:xfrm>
                <a:off x="0" y="2668283"/>
                <a:ext cx="2292989" cy="41592"/>
                <a:chOff x="0" y="3586543"/>
                <a:chExt cx="3124389" cy="56673"/>
              </a:xfrm>
            </p:grpSpPr>
            <p:sp>
              <p:nvSpPr>
                <p:cNvPr id="658" name="Google Shape;658;p27"/>
                <p:cNvSpPr/>
                <p:nvPr/>
              </p:nvSpPr>
              <p:spPr>
                <a:xfrm>
                  <a:off x="0" y="3614642"/>
                  <a:ext cx="3066907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907" h="4762" extrusionOk="0">
                      <a:moveTo>
                        <a:pt x="0" y="0"/>
                      </a:moveTo>
                      <a:lnTo>
                        <a:pt x="3066907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27"/>
                <p:cNvSpPr/>
                <p:nvPr/>
              </p:nvSpPr>
              <p:spPr>
                <a:xfrm>
                  <a:off x="3067716" y="3586543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56674" y="28337"/>
                      </a:moveTo>
                      <a:cubicBezTo>
                        <a:pt x="56674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60" name="Google Shape;660;p27"/>
            <p:cNvGrpSpPr/>
            <p:nvPr/>
          </p:nvGrpSpPr>
          <p:grpSpPr>
            <a:xfrm>
              <a:off x="-1210575" y="1270484"/>
              <a:ext cx="1787517" cy="219097"/>
              <a:chOff x="0" y="2031284"/>
              <a:chExt cx="1787517" cy="219097"/>
            </a:xfrm>
          </p:grpSpPr>
          <p:grpSp>
            <p:nvGrpSpPr>
              <p:cNvPr id="661" name="Google Shape;661;p27"/>
              <p:cNvGrpSpPr/>
              <p:nvPr/>
            </p:nvGrpSpPr>
            <p:grpSpPr>
              <a:xfrm>
                <a:off x="0" y="2052184"/>
                <a:ext cx="1766752" cy="177451"/>
                <a:chOff x="0" y="2747057"/>
                <a:chExt cx="2407347" cy="241792"/>
              </a:xfrm>
            </p:grpSpPr>
            <p:sp>
              <p:nvSpPr>
                <p:cNvPr id="662" name="Google Shape;662;p27"/>
                <p:cNvSpPr/>
                <p:nvPr/>
              </p:nvSpPr>
              <p:spPr>
                <a:xfrm>
                  <a:off x="1448228" y="2883503"/>
                  <a:ext cx="959119" cy="105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19" h="105346" extrusionOk="0">
                      <a:moveTo>
                        <a:pt x="959120" y="105346"/>
                      </a:moveTo>
                      <a:lnTo>
                        <a:pt x="272129" y="10534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27"/>
                <p:cNvSpPr/>
                <p:nvPr/>
              </p:nvSpPr>
              <p:spPr>
                <a:xfrm>
                  <a:off x="0" y="2883503"/>
                  <a:ext cx="2082212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212" h="4762" extrusionOk="0">
                      <a:moveTo>
                        <a:pt x="0" y="0"/>
                      </a:moveTo>
                      <a:lnTo>
                        <a:pt x="2082213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27"/>
                <p:cNvSpPr/>
                <p:nvPr/>
              </p:nvSpPr>
              <p:spPr>
                <a:xfrm>
                  <a:off x="1304686" y="2747057"/>
                  <a:ext cx="392906" cy="13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906" h="135874" extrusionOk="0">
                      <a:moveTo>
                        <a:pt x="0" y="135874"/>
                      </a:moveTo>
                      <a:lnTo>
                        <a:pt x="152495" y="0"/>
                      </a:lnTo>
                      <a:lnTo>
                        <a:pt x="39290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65" name="Google Shape;665;p27"/>
              <p:cNvSpPr/>
              <p:nvPr/>
            </p:nvSpPr>
            <p:spPr>
              <a:xfrm>
                <a:off x="1745862" y="2208725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7"/>
              <p:cNvSpPr/>
              <p:nvPr/>
            </p:nvSpPr>
            <p:spPr>
              <a:xfrm>
                <a:off x="1507223" y="2131416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27"/>
              <p:cNvSpPr/>
              <p:nvPr/>
            </p:nvSpPr>
            <p:spPr>
              <a:xfrm>
                <a:off x="1225001" y="2031284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2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70" name="Google Shape;670;p28"/>
            <p:cNvPicPr preferRelativeResize="0"/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0" y="0"/>
              <a:ext cx="9144003" cy="5143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28"/>
            <p:cNvPicPr preferRelativeResize="0"/>
            <p:nvPr/>
          </p:nvPicPr>
          <p:blipFill rotWithShape="1">
            <a:blip r:embed="rId3">
              <a:alphaModFix amt="12000"/>
            </a:blip>
            <a:srcRect t="15597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2" name="Google Shape;672;p28"/>
          <p:cNvGrpSpPr/>
          <p:nvPr/>
        </p:nvGrpSpPr>
        <p:grpSpPr>
          <a:xfrm>
            <a:off x="5963107" y="402502"/>
            <a:ext cx="3397438" cy="489416"/>
            <a:chOff x="5963107" y="622777"/>
            <a:chExt cx="3397438" cy="489416"/>
          </a:xfrm>
        </p:grpSpPr>
        <p:grpSp>
          <p:nvGrpSpPr>
            <p:cNvPr id="673" name="Google Shape;673;p28"/>
            <p:cNvGrpSpPr/>
            <p:nvPr/>
          </p:nvGrpSpPr>
          <p:grpSpPr>
            <a:xfrm>
              <a:off x="5963107" y="934322"/>
              <a:ext cx="3237337" cy="177871"/>
              <a:chOff x="7136357" y="2588172"/>
              <a:chExt cx="3237337" cy="177871"/>
            </a:xfrm>
          </p:grpSpPr>
          <p:grpSp>
            <p:nvGrpSpPr>
              <p:cNvPr id="674" name="Google Shape;674;p28"/>
              <p:cNvGrpSpPr/>
              <p:nvPr/>
            </p:nvGrpSpPr>
            <p:grpSpPr>
              <a:xfrm>
                <a:off x="7470672" y="2724451"/>
                <a:ext cx="2889600" cy="41592"/>
                <a:chOff x="10179414" y="3663077"/>
                <a:chExt cx="3937321" cy="56673"/>
              </a:xfrm>
            </p:grpSpPr>
            <p:sp>
              <p:nvSpPr>
                <p:cNvPr id="675" name="Google Shape;675;p28"/>
                <p:cNvSpPr/>
                <p:nvPr/>
              </p:nvSpPr>
              <p:spPr>
                <a:xfrm>
                  <a:off x="10236885" y="3691588"/>
                  <a:ext cx="3879850" cy="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94" h="170" extrusionOk="0">
                      <a:moveTo>
                        <a:pt x="155194" y="17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28"/>
                <p:cNvSpPr/>
                <p:nvPr/>
              </p:nvSpPr>
              <p:spPr>
                <a:xfrm>
                  <a:off x="10179414" y="3663077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7" name="Google Shape;677;p28"/>
              <p:cNvGrpSpPr/>
              <p:nvPr/>
            </p:nvGrpSpPr>
            <p:grpSpPr>
              <a:xfrm>
                <a:off x="7136357" y="2588172"/>
                <a:ext cx="3237337" cy="79827"/>
                <a:chOff x="9723882" y="3477386"/>
                <a:chExt cx="4411141" cy="108770"/>
              </a:xfrm>
            </p:grpSpPr>
            <p:sp>
              <p:nvSpPr>
                <p:cNvPr id="678" name="Google Shape;678;p28"/>
                <p:cNvSpPr/>
                <p:nvPr/>
              </p:nvSpPr>
              <p:spPr>
                <a:xfrm>
                  <a:off x="9781373" y="3505902"/>
                  <a:ext cx="4353650" cy="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46" h="102" extrusionOk="0">
                      <a:moveTo>
                        <a:pt x="174146" y="1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28"/>
                <p:cNvSpPr/>
                <p:nvPr/>
              </p:nvSpPr>
              <p:spPr>
                <a:xfrm>
                  <a:off x="10361119" y="3505731"/>
                  <a:ext cx="3751050" cy="8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42" h="3217" extrusionOk="0">
                      <a:moveTo>
                        <a:pt x="150042" y="3217"/>
                      </a:moveTo>
                      <a:lnTo>
                        <a:pt x="5279" y="30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28"/>
                <p:cNvSpPr/>
                <p:nvPr/>
              </p:nvSpPr>
              <p:spPr>
                <a:xfrm>
                  <a:off x="9723882" y="3477386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6"/>
                        <a:pt x="44005" y="56674"/>
                        <a:pt x="28337" y="56674"/>
                      </a:cubicBezTo>
                      <a:cubicBezTo>
                        <a:pt x="12668" y="56674"/>
                        <a:pt x="0" y="44006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1" name="Google Shape;681;p28"/>
            <p:cNvGrpSpPr/>
            <p:nvPr/>
          </p:nvGrpSpPr>
          <p:grpSpPr>
            <a:xfrm>
              <a:off x="6267727" y="622777"/>
              <a:ext cx="3092819" cy="169832"/>
              <a:chOff x="7798627" y="2992602"/>
              <a:chExt cx="3092819" cy="169832"/>
            </a:xfrm>
          </p:grpSpPr>
          <p:grpSp>
            <p:nvGrpSpPr>
              <p:cNvPr id="682" name="Google Shape;682;p28"/>
              <p:cNvGrpSpPr/>
              <p:nvPr/>
            </p:nvGrpSpPr>
            <p:grpSpPr>
              <a:xfrm>
                <a:off x="8092574" y="3120841"/>
                <a:ext cx="2674180" cy="41592"/>
                <a:chOff x="11026807" y="4203192"/>
                <a:chExt cx="3643794" cy="56673"/>
              </a:xfrm>
            </p:grpSpPr>
            <p:sp>
              <p:nvSpPr>
                <p:cNvPr id="683" name="Google Shape;683;p28"/>
                <p:cNvSpPr/>
                <p:nvPr/>
              </p:nvSpPr>
              <p:spPr>
                <a:xfrm>
                  <a:off x="11084276" y="4231716"/>
                  <a:ext cx="3586325" cy="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53" h="80" extrusionOk="0">
                      <a:moveTo>
                        <a:pt x="143453" y="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28"/>
                <p:cNvSpPr/>
                <p:nvPr/>
              </p:nvSpPr>
              <p:spPr>
                <a:xfrm>
                  <a:off x="11026807" y="4203192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5" name="Google Shape;685;p28"/>
              <p:cNvGrpSpPr/>
              <p:nvPr/>
            </p:nvGrpSpPr>
            <p:grpSpPr>
              <a:xfrm>
                <a:off x="7798627" y="2992602"/>
                <a:ext cx="3092819" cy="41592"/>
                <a:chOff x="10626280" y="4028455"/>
                <a:chExt cx="4214223" cy="56673"/>
              </a:xfrm>
            </p:grpSpPr>
            <p:sp>
              <p:nvSpPr>
                <p:cNvPr id="686" name="Google Shape;686;p28"/>
                <p:cNvSpPr/>
                <p:nvPr/>
              </p:nvSpPr>
              <p:spPr>
                <a:xfrm>
                  <a:off x="10683778" y="4057033"/>
                  <a:ext cx="4156725" cy="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69" h="255" extrusionOk="0">
                      <a:moveTo>
                        <a:pt x="166269" y="255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28"/>
                <p:cNvSpPr/>
                <p:nvPr/>
              </p:nvSpPr>
              <p:spPr>
                <a:xfrm>
                  <a:off x="10626280" y="4028455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2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90" name="Google Shape;690;p29"/>
            <p:cNvPicPr preferRelativeResize="0"/>
            <p:nvPr/>
          </p:nvPicPr>
          <p:blipFill rotWithShape="1">
            <a:blip r:embed="rId2">
              <a:alphaModFix amt="30000"/>
            </a:blip>
            <a:srcRect/>
            <a:stretch/>
          </p:blipFill>
          <p:spPr>
            <a:xfrm rot="10800000">
              <a:off x="6" y="11"/>
              <a:ext cx="9143997" cy="5143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29"/>
            <p:cNvPicPr preferRelativeResize="0"/>
            <p:nvPr/>
          </p:nvPicPr>
          <p:blipFill rotWithShape="1">
            <a:blip r:embed="rId3">
              <a:alphaModFix amt="12000"/>
            </a:blip>
            <a:srcRect t="15597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2" name="Google Shape;692;p29"/>
          <p:cNvGrpSpPr/>
          <p:nvPr/>
        </p:nvGrpSpPr>
        <p:grpSpPr>
          <a:xfrm>
            <a:off x="-641550" y="478347"/>
            <a:ext cx="10807183" cy="4234007"/>
            <a:chOff x="-641550" y="478347"/>
            <a:chExt cx="10807183" cy="4234007"/>
          </a:xfrm>
        </p:grpSpPr>
        <p:grpSp>
          <p:nvGrpSpPr>
            <p:cNvPr id="693" name="Google Shape;693;p29"/>
            <p:cNvGrpSpPr/>
            <p:nvPr/>
          </p:nvGrpSpPr>
          <p:grpSpPr>
            <a:xfrm>
              <a:off x="-641550" y="478347"/>
              <a:ext cx="1787517" cy="219097"/>
              <a:chOff x="0" y="2031284"/>
              <a:chExt cx="1787517" cy="219097"/>
            </a:xfrm>
          </p:grpSpPr>
          <p:grpSp>
            <p:nvGrpSpPr>
              <p:cNvPr id="694" name="Google Shape;694;p29"/>
              <p:cNvGrpSpPr/>
              <p:nvPr/>
            </p:nvGrpSpPr>
            <p:grpSpPr>
              <a:xfrm>
                <a:off x="0" y="2052184"/>
                <a:ext cx="1766752" cy="177451"/>
                <a:chOff x="0" y="2747057"/>
                <a:chExt cx="2407347" cy="241792"/>
              </a:xfrm>
            </p:grpSpPr>
            <p:sp>
              <p:nvSpPr>
                <p:cNvPr id="695" name="Google Shape;695;p29"/>
                <p:cNvSpPr/>
                <p:nvPr/>
              </p:nvSpPr>
              <p:spPr>
                <a:xfrm>
                  <a:off x="1448228" y="2883503"/>
                  <a:ext cx="959119" cy="105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19" h="105346" extrusionOk="0">
                      <a:moveTo>
                        <a:pt x="959120" y="105346"/>
                      </a:moveTo>
                      <a:lnTo>
                        <a:pt x="272129" y="10534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29"/>
                <p:cNvSpPr/>
                <p:nvPr/>
              </p:nvSpPr>
              <p:spPr>
                <a:xfrm>
                  <a:off x="0" y="2883503"/>
                  <a:ext cx="2082212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212" h="4762" extrusionOk="0">
                      <a:moveTo>
                        <a:pt x="0" y="0"/>
                      </a:moveTo>
                      <a:lnTo>
                        <a:pt x="2082213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29"/>
                <p:cNvSpPr/>
                <p:nvPr/>
              </p:nvSpPr>
              <p:spPr>
                <a:xfrm>
                  <a:off x="1304686" y="2747057"/>
                  <a:ext cx="392906" cy="13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906" h="135874" extrusionOk="0">
                      <a:moveTo>
                        <a:pt x="0" y="135874"/>
                      </a:moveTo>
                      <a:lnTo>
                        <a:pt x="152495" y="0"/>
                      </a:lnTo>
                      <a:lnTo>
                        <a:pt x="39290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98" name="Google Shape;698;p29"/>
              <p:cNvSpPr/>
              <p:nvPr/>
            </p:nvSpPr>
            <p:spPr>
              <a:xfrm>
                <a:off x="1745862" y="2208725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9"/>
              <p:cNvSpPr/>
              <p:nvPr/>
            </p:nvSpPr>
            <p:spPr>
              <a:xfrm>
                <a:off x="1507223" y="2131416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9"/>
              <p:cNvSpPr/>
              <p:nvPr/>
            </p:nvSpPr>
            <p:spPr>
              <a:xfrm>
                <a:off x="1225001" y="2031284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1" name="Google Shape;701;p29"/>
            <p:cNvGrpSpPr/>
            <p:nvPr/>
          </p:nvGrpSpPr>
          <p:grpSpPr>
            <a:xfrm>
              <a:off x="8115413" y="4360515"/>
              <a:ext cx="1394095" cy="138610"/>
              <a:chOff x="7553613" y="2085302"/>
              <a:chExt cx="1394095" cy="138610"/>
            </a:xfrm>
          </p:grpSpPr>
          <p:grpSp>
            <p:nvGrpSpPr>
              <p:cNvPr id="702" name="Google Shape;702;p29"/>
              <p:cNvGrpSpPr/>
              <p:nvPr/>
            </p:nvGrpSpPr>
            <p:grpSpPr>
              <a:xfrm>
                <a:off x="8087869" y="2085302"/>
                <a:ext cx="766077" cy="41592"/>
                <a:chOff x="11020397" y="2792184"/>
                <a:chExt cx="1043844" cy="56673"/>
              </a:xfrm>
            </p:grpSpPr>
            <p:sp>
              <p:nvSpPr>
                <p:cNvPr id="703" name="Google Shape;703;p29"/>
                <p:cNvSpPr/>
                <p:nvPr/>
              </p:nvSpPr>
              <p:spPr>
                <a:xfrm>
                  <a:off x="11077833" y="2820712"/>
                  <a:ext cx="986408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408" h="4762" extrusionOk="0">
                      <a:moveTo>
                        <a:pt x="986409" y="0"/>
                      </a:moveTo>
                      <a:lnTo>
                        <a:pt x="-1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9"/>
                <p:cNvSpPr/>
                <p:nvPr/>
              </p:nvSpPr>
              <p:spPr>
                <a:xfrm>
                  <a:off x="11020397" y="2792184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5" name="Google Shape;705;p29"/>
              <p:cNvGrpSpPr/>
              <p:nvPr/>
            </p:nvGrpSpPr>
            <p:grpSpPr>
              <a:xfrm>
                <a:off x="7553613" y="2182320"/>
                <a:ext cx="1394095" cy="41592"/>
                <a:chOff x="10292428" y="2924378"/>
                <a:chExt cx="1899571" cy="56673"/>
              </a:xfrm>
            </p:grpSpPr>
            <p:sp>
              <p:nvSpPr>
                <p:cNvPr id="706" name="Google Shape;706;p29"/>
                <p:cNvSpPr/>
                <p:nvPr/>
              </p:nvSpPr>
              <p:spPr>
                <a:xfrm>
                  <a:off x="10349912" y="2952905"/>
                  <a:ext cx="1842087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2087" h="4762" extrusionOk="0">
                      <a:moveTo>
                        <a:pt x="1842087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" name="Google Shape;707;p29"/>
                <p:cNvSpPr/>
                <p:nvPr/>
              </p:nvSpPr>
              <p:spPr>
                <a:xfrm>
                  <a:off x="10292428" y="2924378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8" name="Google Shape;708;p29"/>
            <p:cNvGrpSpPr/>
            <p:nvPr/>
          </p:nvGrpSpPr>
          <p:grpSpPr>
            <a:xfrm rot="10800000" flipH="1">
              <a:off x="6928296" y="4534484"/>
              <a:ext cx="3237337" cy="177871"/>
              <a:chOff x="7136357" y="2588172"/>
              <a:chExt cx="3237337" cy="177871"/>
            </a:xfrm>
          </p:grpSpPr>
          <p:grpSp>
            <p:nvGrpSpPr>
              <p:cNvPr id="709" name="Google Shape;709;p29"/>
              <p:cNvGrpSpPr/>
              <p:nvPr/>
            </p:nvGrpSpPr>
            <p:grpSpPr>
              <a:xfrm>
                <a:off x="7470672" y="2724451"/>
                <a:ext cx="2889600" cy="41592"/>
                <a:chOff x="10179414" y="3663077"/>
                <a:chExt cx="3937321" cy="56673"/>
              </a:xfrm>
            </p:grpSpPr>
            <p:sp>
              <p:nvSpPr>
                <p:cNvPr id="710" name="Google Shape;710;p29"/>
                <p:cNvSpPr/>
                <p:nvPr/>
              </p:nvSpPr>
              <p:spPr>
                <a:xfrm>
                  <a:off x="10236885" y="3691588"/>
                  <a:ext cx="3879850" cy="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94" h="170" extrusionOk="0">
                      <a:moveTo>
                        <a:pt x="155194" y="17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29"/>
                <p:cNvSpPr/>
                <p:nvPr/>
              </p:nvSpPr>
              <p:spPr>
                <a:xfrm>
                  <a:off x="10179414" y="3663077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2" name="Google Shape;712;p29"/>
              <p:cNvGrpSpPr/>
              <p:nvPr/>
            </p:nvGrpSpPr>
            <p:grpSpPr>
              <a:xfrm>
                <a:off x="7136357" y="2588172"/>
                <a:ext cx="3237337" cy="79827"/>
                <a:chOff x="9723882" y="3477386"/>
                <a:chExt cx="4411141" cy="108770"/>
              </a:xfrm>
            </p:grpSpPr>
            <p:sp>
              <p:nvSpPr>
                <p:cNvPr id="713" name="Google Shape;713;p29"/>
                <p:cNvSpPr/>
                <p:nvPr/>
              </p:nvSpPr>
              <p:spPr>
                <a:xfrm>
                  <a:off x="9781373" y="3505902"/>
                  <a:ext cx="4353650" cy="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46" h="102" extrusionOk="0">
                      <a:moveTo>
                        <a:pt x="174146" y="1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9"/>
                <p:cNvSpPr/>
                <p:nvPr/>
              </p:nvSpPr>
              <p:spPr>
                <a:xfrm>
                  <a:off x="10361119" y="3505731"/>
                  <a:ext cx="3751050" cy="8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42" h="3217" extrusionOk="0">
                      <a:moveTo>
                        <a:pt x="150042" y="3217"/>
                      </a:moveTo>
                      <a:lnTo>
                        <a:pt x="5279" y="30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715;p29"/>
                <p:cNvSpPr/>
                <p:nvPr/>
              </p:nvSpPr>
              <p:spPr>
                <a:xfrm>
                  <a:off x="9723882" y="3477386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6"/>
                        <a:pt x="44005" y="56674"/>
                        <a:pt x="28337" y="56674"/>
                      </a:cubicBezTo>
                      <a:cubicBezTo>
                        <a:pt x="12668" y="56674"/>
                        <a:pt x="0" y="44006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3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18" name="Google Shape;718;p30"/>
            <p:cNvPicPr preferRelativeResize="0"/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 rot="10800000">
              <a:off x="0" y="0"/>
              <a:ext cx="9144003" cy="5143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30"/>
            <p:cNvPicPr preferRelativeResize="0"/>
            <p:nvPr/>
          </p:nvPicPr>
          <p:blipFill rotWithShape="1">
            <a:blip r:embed="rId3">
              <a:alphaModFix amt="12000"/>
            </a:blip>
            <a:srcRect t="15597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0" name="Google Shape;720;p30"/>
          <p:cNvGrpSpPr/>
          <p:nvPr/>
        </p:nvGrpSpPr>
        <p:grpSpPr>
          <a:xfrm>
            <a:off x="-860801" y="348813"/>
            <a:ext cx="10677277" cy="4445874"/>
            <a:chOff x="-860801" y="388563"/>
            <a:chExt cx="10677277" cy="4445874"/>
          </a:xfrm>
        </p:grpSpPr>
        <p:grpSp>
          <p:nvGrpSpPr>
            <p:cNvPr id="721" name="Google Shape;721;p30"/>
            <p:cNvGrpSpPr/>
            <p:nvPr/>
          </p:nvGrpSpPr>
          <p:grpSpPr>
            <a:xfrm rot="10800000">
              <a:off x="-860801" y="4473260"/>
              <a:ext cx="3272747" cy="361177"/>
              <a:chOff x="5963107" y="751016"/>
              <a:chExt cx="3272747" cy="361177"/>
            </a:xfrm>
          </p:grpSpPr>
          <p:grpSp>
            <p:nvGrpSpPr>
              <p:cNvPr id="722" name="Google Shape;722;p30"/>
              <p:cNvGrpSpPr/>
              <p:nvPr/>
            </p:nvGrpSpPr>
            <p:grpSpPr>
              <a:xfrm>
                <a:off x="5963107" y="934322"/>
                <a:ext cx="3237337" cy="177871"/>
                <a:chOff x="7136357" y="2588172"/>
                <a:chExt cx="3237337" cy="177871"/>
              </a:xfrm>
            </p:grpSpPr>
            <p:grpSp>
              <p:nvGrpSpPr>
                <p:cNvPr id="723" name="Google Shape;723;p30"/>
                <p:cNvGrpSpPr/>
                <p:nvPr/>
              </p:nvGrpSpPr>
              <p:grpSpPr>
                <a:xfrm>
                  <a:off x="7470672" y="2724451"/>
                  <a:ext cx="2889600" cy="41592"/>
                  <a:chOff x="10179414" y="3663077"/>
                  <a:chExt cx="3937321" cy="56673"/>
                </a:xfrm>
              </p:grpSpPr>
              <p:sp>
                <p:nvSpPr>
                  <p:cNvPr id="724" name="Google Shape;724;p30"/>
                  <p:cNvSpPr/>
                  <p:nvPr/>
                </p:nvSpPr>
                <p:spPr>
                  <a:xfrm>
                    <a:off x="10236885" y="3691588"/>
                    <a:ext cx="3879850" cy="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194" h="170" extrusionOk="0">
                        <a:moveTo>
                          <a:pt x="155194" y="17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725;p30"/>
                  <p:cNvSpPr/>
                  <p:nvPr/>
                </p:nvSpPr>
                <p:spPr>
                  <a:xfrm>
                    <a:off x="10179414" y="3663077"/>
                    <a:ext cx="56674" cy="56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674" h="56673" extrusionOk="0">
                        <a:moveTo>
                          <a:pt x="0" y="28337"/>
                        </a:moveTo>
                        <a:cubicBezTo>
                          <a:pt x="0" y="12668"/>
                          <a:pt x="12669" y="0"/>
                          <a:pt x="28338" y="0"/>
                        </a:cubicBezTo>
                        <a:cubicBezTo>
                          <a:pt x="44005" y="0"/>
                          <a:pt x="56674" y="12668"/>
                          <a:pt x="56674" y="28337"/>
                        </a:cubicBezTo>
                        <a:cubicBezTo>
                          <a:pt x="56674" y="44005"/>
                          <a:pt x="44005" y="56674"/>
                          <a:pt x="28338" y="56674"/>
                        </a:cubicBezTo>
                        <a:cubicBezTo>
                          <a:pt x="12669" y="56674"/>
                          <a:pt x="0" y="44005"/>
                          <a:pt x="0" y="2833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6" name="Google Shape;726;p30"/>
                <p:cNvGrpSpPr/>
                <p:nvPr/>
              </p:nvGrpSpPr>
              <p:grpSpPr>
                <a:xfrm>
                  <a:off x="7136357" y="2588172"/>
                  <a:ext cx="3237337" cy="79827"/>
                  <a:chOff x="9723882" y="3477386"/>
                  <a:chExt cx="4411141" cy="108770"/>
                </a:xfrm>
              </p:grpSpPr>
              <p:sp>
                <p:nvSpPr>
                  <p:cNvPr id="727" name="Google Shape;727;p30"/>
                  <p:cNvSpPr/>
                  <p:nvPr/>
                </p:nvSpPr>
                <p:spPr>
                  <a:xfrm>
                    <a:off x="9781373" y="3505902"/>
                    <a:ext cx="4353650" cy="2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46" h="102" extrusionOk="0">
                        <a:moveTo>
                          <a:pt x="174146" y="102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" name="Google Shape;728;p30"/>
                  <p:cNvSpPr/>
                  <p:nvPr/>
                </p:nvSpPr>
                <p:spPr>
                  <a:xfrm>
                    <a:off x="10361119" y="3505731"/>
                    <a:ext cx="3751050" cy="8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42" h="3217" extrusionOk="0">
                        <a:moveTo>
                          <a:pt x="150042" y="3217"/>
                        </a:moveTo>
                        <a:lnTo>
                          <a:pt x="5279" y="302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" name="Google Shape;729;p30"/>
                  <p:cNvSpPr/>
                  <p:nvPr/>
                </p:nvSpPr>
                <p:spPr>
                  <a:xfrm>
                    <a:off x="9723882" y="3477386"/>
                    <a:ext cx="56673" cy="56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673" h="56673" extrusionOk="0">
                        <a:moveTo>
                          <a:pt x="0" y="28337"/>
                        </a:moveTo>
                        <a:cubicBezTo>
                          <a:pt x="0" y="12668"/>
                          <a:pt x="12668" y="0"/>
                          <a:pt x="28337" y="0"/>
                        </a:cubicBezTo>
                        <a:cubicBezTo>
                          <a:pt x="44005" y="0"/>
                          <a:pt x="56673" y="12668"/>
                          <a:pt x="56673" y="28337"/>
                        </a:cubicBezTo>
                        <a:cubicBezTo>
                          <a:pt x="56673" y="44006"/>
                          <a:pt x="44005" y="56674"/>
                          <a:pt x="28337" y="56674"/>
                        </a:cubicBezTo>
                        <a:cubicBezTo>
                          <a:pt x="12668" y="56674"/>
                          <a:pt x="0" y="44006"/>
                          <a:pt x="0" y="2833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30" name="Google Shape;730;p30"/>
              <p:cNvGrpSpPr/>
              <p:nvPr/>
            </p:nvGrpSpPr>
            <p:grpSpPr>
              <a:xfrm>
                <a:off x="6561674" y="751016"/>
                <a:ext cx="2674180" cy="41592"/>
                <a:chOff x="11026807" y="4203192"/>
                <a:chExt cx="3643794" cy="56673"/>
              </a:xfrm>
            </p:grpSpPr>
            <p:sp>
              <p:nvSpPr>
                <p:cNvPr id="731" name="Google Shape;731;p30"/>
                <p:cNvSpPr/>
                <p:nvPr/>
              </p:nvSpPr>
              <p:spPr>
                <a:xfrm>
                  <a:off x="11084276" y="4231716"/>
                  <a:ext cx="3586325" cy="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53" h="80" extrusionOk="0">
                      <a:moveTo>
                        <a:pt x="143453" y="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2" name="Google Shape;732;p30"/>
                <p:cNvSpPr/>
                <p:nvPr/>
              </p:nvSpPr>
              <p:spPr>
                <a:xfrm>
                  <a:off x="11026807" y="4203192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3" name="Google Shape;733;p30"/>
            <p:cNvGrpSpPr/>
            <p:nvPr/>
          </p:nvGrpSpPr>
          <p:grpSpPr>
            <a:xfrm rot="10800000" flipH="1">
              <a:off x="6579139" y="388563"/>
              <a:ext cx="3237337" cy="177871"/>
              <a:chOff x="7136357" y="2588172"/>
              <a:chExt cx="3237337" cy="177871"/>
            </a:xfrm>
          </p:grpSpPr>
          <p:grpSp>
            <p:nvGrpSpPr>
              <p:cNvPr id="734" name="Google Shape;734;p30"/>
              <p:cNvGrpSpPr/>
              <p:nvPr/>
            </p:nvGrpSpPr>
            <p:grpSpPr>
              <a:xfrm>
                <a:off x="7470672" y="2724451"/>
                <a:ext cx="2889600" cy="41592"/>
                <a:chOff x="10179414" y="3663077"/>
                <a:chExt cx="3937321" cy="56673"/>
              </a:xfrm>
            </p:grpSpPr>
            <p:sp>
              <p:nvSpPr>
                <p:cNvPr id="735" name="Google Shape;735;p30"/>
                <p:cNvSpPr/>
                <p:nvPr/>
              </p:nvSpPr>
              <p:spPr>
                <a:xfrm>
                  <a:off x="10236885" y="3691588"/>
                  <a:ext cx="3879850" cy="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94" h="170" extrusionOk="0">
                      <a:moveTo>
                        <a:pt x="155194" y="17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" name="Google Shape;736;p30"/>
                <p:cNvSpPr/>
                <p:nvPr/>
              </p:nvSpPr>
              <p:spPr>
                <a:xfrm>
                  <a:off x="10179414" y="3663077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7" name="Google Shape;737;p30"/>
              <p:cNvGrpSpPr/>
              <p:nvPr/>
            </p:nvGrpSpPr>
            <p:grpSpPr>
              <a:xfrm>
                <a:off x="7136357" y="2588172"/>
                <a:ext cx="3237337" cy="79827"/>
                <a:chOff x="9723882" y="3477386"/>
                <a:chExt cx="4411141" cy="108770"/>
              </a:xfrm>
            </p:grpSpPr>
            <p:sp>
              <p:nvSpPr>
                <p:cNvPr id="738" name="Google Shape;738;p30"/>
                <p:cNvSpPr/>
                <p:nvPr/>
              </p:nvSpPr>
              <p:spPr>
                <a:xfrm>
                  <a:off x="9781373" y="3505902"/>
                  <a:ext cx="4353650" cy="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46" h="102" extrusionOk="0">
                      <a:moveTo>
                        <a:pt x="174146" y="1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9" name="Google Shape;739;p30"/>
                <p:cNvSpPr/>
                <p:nvPr/>
              </p:nvSpPr>
              <p:spPr>
                <a:xfrm>
                  <a:off x="10361119" y="3505731"/>
                  <a:ext cx="3751050" cy="8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42" h="3217" extrusionOk="0">
                      <a:moveTo>
                        <a:pt x="150042" y="3217"/>
                      </a:moveTo>
                      <a:lnTo>
                        <a:pt x="5279" y="30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0" name="Google Shape;740;p30"/>
                <p:cNvSpPr/>
                <p:nvPr/>
              </p:nvSpPr>
              <p:spPr>
                <a:xfrm>
                  <a:off x="9723882" y="3477386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6"/>
                        <a:pt x="44005" y="56674"/>
                        <a:pt x="28337" y="56674"/>
                      </a:cubicBezTo>
                      <a:cubicBezTo>
                        <a:pt x="12668" y="56674"/>
                        <a:pt x="0" y="44006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41" name="Google Shape;741;p30"/>
            <p:cNvGrpSpPr/>
            <p:nvPr/>
          </p:nvGrpSpPr>
          <p:grpSpPr>
            <a:xfrm rot="10800000" flipH="1">
              <a:off x="6200658" y="708148"/>
              <a:ext cx="3092819" cy="169832"/>
              <a:chOff x="7798627" y="2992602"/>
              <a:chExt cx="3092819" cy="169832"/>
            </a:xfrm>
          </p:grpSpPr>
          <p:grpSp>
            <p:nvGrpSpPr>
              <p:cNvPr id="742" name="Google Shape;742;p30"/>
              <p:cNvGrpSpPr/>
              <p:nvPr/>
            </p:nvGrpSpPr>
            <p:grpSpPr>
              <a:xfrm>
                <a:off x="8092574" y="3120841"/>
                <a:ext cx="2674180" cy="41592"/>
                <a:chOff x="11026807" y="4203192"/>
                <a:chExt cx="3643794" cy="56673"/>
              </a:xfrm>
            </p:grpSpPr>
            <p:sp>
              <p:nvSpPr>
                <p:cNvPr id="743" name="Google Shape;743;p30"/>
                <p:cNvSpPr/>
                <p:nvPr/>
              </p:nvSpPr>
              <p:spPr>
                <a:xfrm>
                  <a:off x="11084276" y="4231716"/>
                  <a:ext cx="3586325" cy="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53" h="80" extrusionOk="0">
                      <a:moveTo>
                        <a:pt x="143453" y="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" name="Google Shape;744;p30"/>
                <p:cNvSpPr/>
                <p:nvPr/>
              </p:nvSpPr>
              <p:spPr>
                <a:xfrm>
                  <a:off x="11026807" y="4203192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45" name="Google Shape;745;p30"/>
              <p:cNvGrpSpPr/>
              <p:nvPr/>
            </p:nvGrpSpPr>
            <p:grpSpPr>
              <a:xfrm>
                <a:off x="7798627" y="2992602"/>
                <a:ext cx="3092819" cy="41592"/>
                <a:chOff x="10626280" y="4028455"/>
                <a:chExt cx="4214223" cy="56673"/>
              </a:xfrm>
            </p:grpSpPr>
            <p:sp>
              <p:nvSpPr>
                <p:cNvPr id="746" name="Google Shape;746;p30"/>
                <p:cNvSpPr/>
                <p:nvPr/>
              </p:nvSpPr>
              <p:spPr>
                <a:xfrm>
                  <a:off x="10683778" y="4057033"/>
                  <a:ext cx="4156725" cy="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69" h="255" extrusionOk="0">
                      <a:moveTo>
                        <a:pt x="166269" y="255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7" name="Google Shape;747;p30"/>
                <p:cNvSpPr/>
                <p:nvPr/>
              </p:nvSpPr>
              <p:spPr>
                <a:xfrm>
                  <a:off x="10626280" y="4028455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Malayalam"/>
              <a:buNone/>
              <a:defRPr sz="32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3" r:id="rId4"/>
    <p:sldLayoutId id="2147483674" r:id="rId5"/>
    <p:sldLayoutId id="2147483675" r:id="rId6"/>
    <p:sldLayoutId id="214748367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4"/>
          <p:cNvSpPr txBox="1">
            <a:spLocks noGrp="1"/>
          </p:cNvSpPr>
          <p:nvPr>
            <p:ph type="ctrTitle"/>
          </p:nvPr>
        </p:nvSpPr>
        <p:spPr>
          <a:xfrm>
            <a:off x="440195" y="845015"/>
            <a:ext cx="7865560" cy="3226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Monitoramento Inteligente de Idosos: Detecção de Postura com YOLO e Visão Computacional</a:t>
            </a:r>
            <a:endParaRPr dirty="0"/>
          </a:p>
        </p:txBody>
      </p:sp>
      <p:grpSp>
        <p:nvGrpSpPr>
          <p:cNvPr id="760" name="Google Shape;760;p34"/>
          <p:cNvGrpSpPr/>
          <p:nvPr/>
        </p:nvGrpSpPr>
        <p:grpSpPr>
          <a:xfrm>
            <a:off x="7236264" y="346935"/>
            <a:ext cx="2090313" cy="482557"/>
            <a:chOff x="7262458" y="1767810"/>
            <a:chExt cx="2090313" cy="482557"/>
          </a:xfrm>
        </p:grpSpPr>
        <p:grpSp>
          <p:nvGrpSpPr>
            <p:cNvPr id="761" name="Google Shape;761;p34"/>
            <p:cNvGrpSpPr/>
            <p:nvPr/>
          </p:nvGrpSpPr>
          <p:grpSpPr>
            <a:xfrm>
              <a:off x="7743985" y="2107543"/>
              <a:ext cx="1608786" cy="142824"/>
              <a:chOff x="7553613" y="2029920"/>
              <a:chExt cx="1394095" cy="123764"/>
            </a:xfrm>
          </p:grpSpPr>
          <p:grpSp>
            <p:nvGrpSpPr>
              <p:cNvPr id="762" name="Google Shape;762;p34"/>
              <p:cNvGrpSpPr/>
              <p:nvPr/>
            </p:nvGrpSpPr>
            <p:grpSpPr>
              <a:xfrm>
                <a:off x="8181631" y="2112091"/>
                <a:ext cx="766077" cy="41592"/>
                <a:chOff x="11148155" y="2828686"/>
                <a:chExt cx="1043844" cy="56673"/>
              </a:xfrm>
            </p:grpSpPr>
            <p:sp>
              <p:nvSpPr>
                <p:cNvPr id="763" name="Google Shape;763;p34"/>
                <p:cNvSpPr/>
                <p:nvPr/>
              </p:nvSpPr>
              <p:spPr>
                <a:xfrm>
                  <a:off x="11205591" y="2857214"/>
                  <a:ext cx="986408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408" h="4762" extrusionOk="0">
                      <a:moveTo>
                        <a:pt x="986409" y="0"/>
                      </a:moveTo>
                      <a:lnTo>
                        <a:pt x="-1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" name="Google Shape;764;p34"/>
                <p:cNvSpPr/>
                <p:nvPr/>
              </p:nvSpPr>
              <p:spPr>
                <a:xfrm>
                  <a:off x="11148155" y="2828686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5" name="Google Shape;765;p34"/>
              <p:cNvGrpSpPr/>
              <p:nvPr/>
            </p:nvGrpSpPr>
            <p:grpSpPr>
              <a:xfrm>
                <a:off x="7553613" y="2029920"/>
                <a:ext cx="1394095" cy="41592"/>
                <a:chOff x="10292428" y="2716720"/>
                <a:chExt cx="1899571" cy="56673"/>
              </a:xfrm>
            </p:grpSpPr>
            <p:sp>
              <p:nvSpPr>
                <p:cNvPr id="766" name="Google Shape;766;p34"/>
                <p:cNvSpPr/>
                <p:nvPr/>
              </p:nvSpPr>
              <p:spPr>
                <a:xfrm>
                  <a:off x="10349912" y="2745247"/>
                  <a:ext cx="1842087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2087" h="4762" extrusionOk="0">
                      <a:moveTo>
                        <a:pt x="1842087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34"/>
                <p:cNvSpPr/>
                <p:nvPr/>
              </p:nvSpPr>
              <p:spPr>
                <a:xfrm>
                  <a:off x="10292428" y="2716720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68" name="Google Shape;768;p34"/>
            <p:cNvGrpSpPr/>
            <p:nvPr/>
          </p:nvGrpSpPr>
          <p:grpSpPr>
            <a:xfrm>
              <a:off x="7262458" y="1767810"/>
              <a:ext cx="2090299" cy="205263"/>
              <a:chOff x="7136357" y="2588172"/>
              <a:chExt cx="1811351" cy="177871"/>
            </a:xfrm>
          </p:grpSpPr>
          <p:grpSp>
            <p:nvGrpSpPr>
              <p:cNvPr id="769" name="Google Shape;769;p34"/>
              <p:cNvGrpSpPr/>
              <p:nvPr/>
            </p:nvGrpSpPr>
            <p:grpSpPr>
              <a:xfrm>
                <a:off x="7470667" y="2724451"/>
                <a:ext cx="1477038" cy="41592"/>
                <a:chOff x="10179414" y="3663077"/>
                <a:chExt cx="2012589" cy="56673"/>
              </a:xfrm>
            </p:grpSpPr>
            <p:sp>
              <p:nvSpPr>
                <p:cNvPr id="770" name="Google Shape;770;p34"/>
                <p:cNvSpPr/>
                <p:nvPr/>
              </p:nvSpPr>
              <p:spPr>
                <a:xfrm>
                  <a:off x="10236902" y="3691605"/>
                  <a:ext cx="1955101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101" h="4762" extrusionOk="0">
                      <a:moveTo>
                        <a:pt x="1955102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34"/>
                <p:cNvSpPr/>
                <p:nvPr/>
              </p:nvSpPr>
              <p:spPr>
                <a:xfrm>
                  <a:off x="10179414" y="3663077"/>
                  <a:ext cx="56674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4" h="56673" extrusionOk="0">
                      <a:moveTo>
                        <a:pt x="0" y="28337"/>
                      </a:moveTo>
                      <a:cubicBezTo>
                        <a:pt x="0" y="12668"/>
                        <a:pt x="12669" y="0"/>
                        <a:pt x="28338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ubicBezTo>
                        <a:pt x="56674" y="44005"/>
                        <a:pt x="44005" y="56674"/>
                        <a:pt x="28338" y="56674"/>
                      </a:cubicBezTo>
                      <a:cubicBezTo>
                        <a:pt x="12669" y="56674"/>
                        <a:pt x="0" y="44005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2" name="Google Shape;772;p34"/>
              <p:cNvGrpSpPr/>
              <p:nvPr/>
            </p:nvGrpSpPr>
            <p:grpSpPr>
              <a:xfrm>
                <a:off x="7136357" y="2588172"/>
                <a:ext cx="1811351" cy="76300"/>
                <a:chOff x="9723882" y="3477386"/>
                <a:chExt cx="2468117" cy="103965"/>
              </a:xfrm>
            </p:grpSpPr>
            <p:sp>
              <p:nvSpPr>
                <p:cNvPr id="773" name="Google Shape;773;p34"/>
                <p:cNvSpPr/>
                <p:nvPr/>
              </p:nvSpPr>
              <p:spPr>
                <a:xfrm>
                  <a:off x="9781365" y="3505914"/>
                  <a:ext cx="2410634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634" h="4762" extrusionOk="0">
                      <a:moveTo>
                        <a:pt x="2410635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774;p34"/>
                <p:cNvSpPr/>
                <p:nvPr/>
              </p:nvSpPr>
              <p:spPr>
                <a:xfrm>
                  <a:off x="10361104" y="3505723"/>
                  <a:ext cx="1830466" cy="75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466" h="75628" extrusionOk="0">
                      <a:moveTo>
                        <a:pt x="1830466" y="75629"/>
                      </a:moveTo>
                      <a:lnTo>
                        <a:pt x="131969" y="7562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34"/>
                <p:cNvSpPr/>
                <p:nvPr/>
              </p:nvSpPr>
              <p:spPr>
                <a:xfrm>
                  <a:off x="9723882" y="3477386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0" y="28337"/>
                      </a:move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3" y="12668"/>
                        <a:pt x="56673" y="28337"/>
                      </a:cubicBezTo>
                      <a:cubicBezTo>
                        <a:pt x="56673" y="44006"/>
                        <a:pt x="44005" y="56674"/>
                        <a:pt x="28337" y="56674"/>
                      </a:cubicBezTo>
                      <a:cubicBezTo>
                        <a:pt x="12668" y="56674"/>
                        <a:pt x="0" y="44006"/>
                        <a:pt x="0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76" name="Google Shape;776;p34"/>
          <p:cNvGrpSpPr/>
          <p:nvPr/>
        </p:nvGrpSpPr>
        <p:grpSpPr>
          <a:xfrm>
            <a:off x="-135250" y="3897181"/>
            <a:ext cx="2040093" cy="554496"/>
            <a:chOff x="-211450" y="3897181"/>
            <a:chExt cx="2040093" cy="554496"/>
          </a:xfrm>
        </p:grpSpPr>
        <p:grpSp>
          <p:nvGrpSpPr>
            <p:cNvPr id="777" name="Google Shape;777;p34"/>
            <p:cNvGrpSpPr/>
            <p:nvPr/>
          </p:nvGrpSpPr>
          <p:grpSpPr>
            <a:xfrm rot="10800000" flipH="1">
              <a:off x="-211450" y="3897181"/>
              <a:ext cx="2040093" cy="250055"/>
              <a:chOff x="0" y="2031284"/>
              <a:chExt cx="1787517" cy="219097"/>
            </a:xfrm>
          </p:grpSpPr>
          <p:grpSp>
            <p:nvGrpSpPr>
              <p:cNvPr id="778" name="Google Shape;778;p34"/>
              <p:cNvGrpSpPr/>
              <p:nvPr/>
            </p:nvGrpSpPr>
            <p:grpSpPr>
              <a:xfrm>
                <a:off x="0" y="2052184"/>
                <a:ext cx="1766752" cy="177451"/>
                <a:chOff x="0" y="2747057"/>
                <a:chExt cx="2407347" cy="241792"/>
              </a:xfrm>
            </p:grpSpPr>
            <p:sp>
              <p:nvSpPr>
                <p:cNvPr id="779" name="Google Shape;779;p34"/>
                <p:cNvSpPr/>
                <p:nvPr/>
              </p:nvSpPr>
              <p:spPr>
                <a:xfrm>
                  <a:off x="1448228" y="2883503"/>
                  <a:ext cx="959119" cy="105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19" h="105346" extrusionOk="0">
                      <a:moveTo>
                        <a:pt x="959120" y="105346"/>
                      </a:moveTo>
                      <a:lnTo>
                        <a:pt x="272129" y="10534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34"/>
                <p:cNvSpPr/>
                <p:nvPr/>
              </p:nvSpPr>
              <p:spPr>
                <a:xfrm>
                  <a:off x="0" y="2883503"/>
                  <a:ext cx="2082212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212" h="4762" extrusionOk="0">
                      <a:moveTo>
                        <a:pt x="0" y="0"/>
                      </a:moveTo>
                      <a:lnTo>
                        <a:pt x="2082213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34"/>
                <p:cNvSpPr/>
                <p:nvPr/>
              </p:nvSpPr>
              <p:spPr>
                <a:xfrm>
                  <a:off x="1304686" y="2747057"/>
                  <a:ext cx="392906" cy="13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906" h="135874" extrusionOk="0">
                      <a:moveTo>
                        <a:pt x="0" y="135874"/>
                      </a:moveTo>
                      <a:lnTo>
                        <a:pt x="152495" y="0"/>
                      </a:lnTo>
                      <a:lnTo>
                        <a:pt x="39290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82" name="Google Shape;782;p34"/>
              <p:cNvSpPr/>
              <p:nvPr/>
            </p:nvSpPr>
            <p:spPr>
              <a:xfrm>
                <a:off x="1745862" y="2208725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4"/>
              <p:cNvSpPr/>
              <p:nvPr/>
            </p:nvSpPr>
            <p:spPr>
              <a:xfrm>
                <a:off x="1507223" y="2131416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4"/>
              <p:cNvSpPr/>
              <p:nvPr/>
            </p:nvSpPr>
            <p:spPr>
              <a:xfrm>
                <a:off x="1225001" y="2031284"/>
                <a:ext cx="41655" cy="41655"/>
              </a:xfrm>
              <a:custGeom>
                <a:avLst/>
                <a:gdLst/>
                <a:ahLst/>
                <a:cxnLst/>
                <a:rect l="l" t="t" r="r" b="b"/>
                <a:pathLst>
                  <a:path w="56673" h="56673" extrusionOk="0">
                    <a:moveTo>
                      <a:pt x="56674" y="28337"/>
                    </a:moveTo>
                    <a:cubicBezTo>
                      <a:pt x="56674" y="44005"/>
                      <a:pt x="44005" y="56674"/>
                      <a:pt x="28337" y="56674"/>
                    </a:cubicBezTo>
                    <a:cubicBezTo>
                      <a:pt x="12668" y="56674"/>
                      <a:pt x="0" y="44005"/>
                      <a:pt x="0" y="28337"/>
                    </a:cubicBezTo>
                    <a:cubicBezTo>
                      <a:pt x="0" y="12668"/>
                      <a:pt x="12668" y="0"/>
                      <a:pt x="28337" y="0"/>
                    </a:cubicBezTo>
                    <a:cubicBezTo>
                      <a:pt x="44005" y="0"/>
                      <a:pt x="56674" y="12668"/>
                      <a:pt x="56674" y="28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34"/>
            <p:cNvGrpSpPr/>
            <p:nvPr/>
          </p:nvGrpSpPr>
          <p:grpSpPr>
            <a:xfrm>
              <a:off x="-66254" y="4257848"/>
              <a:ext cx="1615812" cy="193829"/>
              <a:chOff x="0" y="2972749"/>
              <a:chExt cx="1415764" cy="169832"/>
            </a:xfrm>
          </p:grpSpPr>
          <p:grpSp>
            <p:nvGrpSpPr>
              <p:cNvPr id="786" name="Google Shape;786;p34"/>
              <p:cNvGrpSpPr/>
              <p:nvPr/>
            </p:nvGrpSpPr>
            <p:grpSpPr>
              <a:xfrm>
                <a:off x="0" y="2972749"/>
                <a:ext cx="1121818" cy="41592"/>
                <a:chOff x="0" y="4001404"/>
                <a:chExt cx="1528571" cy="56673"/>
              </a:xfrm>
            </p:grpSpPr>
            <p:sp>
              <p:nvSpPr>
                <p:cNvPr id="787" name="Google Shape;787;p34"/>
                <p:cNvSpPr/>
                <p:nvPr/>
              </p:nvSpPr>
              <p:spPr>
                <a:xfrm>
                  <a:off x="0" y="4029551"/>
                  <a:ext cx="1471088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1088" h="4762" extrusionOk="0">
                      <a:moveTo>
                        <a:pt x="0" y="0"/>
                      </a:moveTo>
                      <a:lnTo>
                        <a:pt x="1471089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" name="Google Shape;788;p34"/>
                <p:cNvSpPr/>
                <p:nvPr/>
              </p:nvSpPr>
              <p:spPr>
                <a:xfrm>
                  <a:off x="1471898" y="4001404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56674" y="28337"/>
                      </a:moveTo>
                      <a:cubicBezTo>
                        <a:pt x="56674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89" name="Google Shape;789;p34"/>
              <p:cNvGrpSpPr/>
              <p:nvPr/>
            </p:nvGrpSpPr>
            <p:grpSpPr>
              <a:xfrm>
                <a:off x="0" y="3100989"/>
                <a:ext cx="1415764" cy="41592"/>
                <a:chOff x="0" y="4176141"/>
                <a:chExt cx="1929097" cy="56673"/>
              </a:xfrm>
            </p:grpSpPr>
            <p:sp>
              <p:nvSpPr>
                <p:cNvPr id="790" name="Google Shape;790;p34"/>
                <p:cNvSpPr/>
                <p:nvPr/>
              </p:nvSpPr>
              <p:spPr>
                <a:xfrm>
                  <a:off x="0" y="4204239"/>
                  <a:ext cx="1871614" cy="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614" h="4762" extrusionOk="0">
                      <a:moveTo>
                        <a:pt x="0" y="0"/>
                      </a:moveTo>
                      <a:lnTo>
                        <a:pt x="1871615" y="0"/>
                      </a:lnTo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34"/>
                <p:cNvSpPr/>
                <p:nvPr/>
              </p:nvSpPr>
              <p:spPr>
                <a:xfrm>
                  <a:off x="1872424" y="4176141"/>
                  <a:ext cx="56673" cy="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" h="56673" extrusionOk="0">
                      <a:moveTo>
                        <a:pt x="56674" y="28337"/>
                      </a:moveTo>
                      <a:cubicBezTo>
                        <a:pt x="56674" y="44005"/>
                        <a:pt x="44005" y="56674"/>
                        <a:pt x="28337" y="56674"/>
                      </a:cubicBezTo>
                      <a:cubicBezTo>
                        <a:pt x="12668" y="56674"/>
                        <a:pt x="0" y="44005"/>
                        <a:pt x="0" y="28337"/>
                      </a:cubicBezTo>
                      <a:cubicBezTo>
                        <a:pt x="0" y="12668"/>
                        <a:pt x="12668" y="0"/>
                        <a:pt x="28337" y="0"/>
                      </a:cubicBezTo>
                      <a:cubicBezTo>
                        <a:pt x="44005" y="0"/>
                        <a:pt x="56674" y="12668"/>
                        <a:pt x="56674" y="283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9209B148-8610-4841-8D38-88FB3936C813}"/>
              </a:ext>
            </a:extLst>
          </p:cNvPr>
          <p:cNvSpPr txBox="1"/>
          <p:nvPr/>
        </p:nvSpPr>
        <p:spPr>
          <a:xfrm>
            <a:off x="2271713" y="4250319"/>
            <a:ext cx="5688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ALUNO: CAIO LIMA                     MATRÍCULA: 202107840035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5">
            <a:extLst>
              <a:ext uri="{FF2B5EF4-FFF2-40B4-BE49-F238E27FC236}">
                <a16:creationId xmlns:a16="http://schemas.microsoft.com/office/drawing/2014/main" id="{69647346-476A-4C91-BB9F-FC02333CB332}"/>
              </a:ext>
            </a:extLst>
          </p:cNvPr>
          <p:cNvSpPr txBox="1"/>
          <p:nvPr/>
        </p:nvSpPr>
        <p:spPr>
          <a:xfrm>
            <a:off x="221546" y="1851932"/>
            <a:ext cx="40396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sz="1800">
                <a:solidFill>
                  <a:schemeClr val="tx1"/>
                </a:solidFill>
              </a:rPr>
              <a:t>100 Épocas</a:t>
            </a:r>
            <a:endParaRPr lang="pt-BR" sz="18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/>
                </a:solidFill>
              </a:rPr>
              <a:t>Processo de Padronização: 640x640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/>
                </a:solidFill>
              </a:rPr>
              <a:t>155 Imagens de Treino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/>
                </a:solidFill>
              </a:rPr>
              <a:t>10 Imagens de Validação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/>
                </a:solidFill>
              </a:rPr>
              <a:t>10 Imagens de Teste</a:t>
            </a:r>
          </a:p>
        </p:txBody>
      </p:sp>
      <p:sp>
        <p:nvSpPr>
          <p:cNvPr id="7" name="Google Shape;908;p36">
            <a:extLst>
              <a:ext uri="{FF2B5EF4-FFF2-40B4-BE49-F238E27FC236}">
                <a16:creationId xmlns:a16="http://schemas.microsoft.com/office/drawing/2014/main" id="{092F895C-06CE-4784-9D45-5958AE8064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7197"/>
            <a:ext cx="6461760" cy="678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Metodologia e Preparação dos Dados</a:t>
            </a:r>
            <a:endParaRPr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2F3ABA-912F-4B1D-B547-63242219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22817"/>
            <a:ext cx="4039689" cy="2827782"/>
          </a:xfrm>
          <a:prstGeom prst="rect">
            <a:avLst/>
          </a:prstGeom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F20A6D15-2627-4138-94B9-A1C203CDBF68}"/>
              </a:ext>
            </a:extLst>
          </p:cNvPr>
          <p:cNvSpPr txBox="1"/>
          <p:nvPr/>
        </p:nvSpPr>
        <p:spPr>
          <a:xfrm>
            <a:off x="122051" y="3948177"/>
            <a:ext cx="8278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</a:rPr>
              <a:t>OBSERVAÇÃO: Foi aplicado o Método de Data </a:t>
            </a:r>
            <a:r>
              <a:rPr lang="pt-BR" sz="1600" b="1" dirty="0" err="1">
                <a:solidFill>
                  <a:schemeClr val="tx1"/>
                </a:solidFill>
              </a:rPr>
              <a:t>Augmentation</a:t>
            </a:r>
            <a:r>
              <a:rPr lang="pt-BR" sz="1600" b="1" dirty="0">
                <a:solidFill>
                  <a:schemeClr val="tx1"/>
                </a:solidFill>
              </a:rPr>
              <a:t> através do </a:t>
            </a:r>
            <a:r>
              <a:rPr lang="pt-BR" sz="1600" b="1" dirty="0" err="1">
                <a:solidFill>
                  <a:schemeClr val="tx1"/>
                </a:solidFill>
              </a:rPr>
              <a:t>Roboflow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43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6"/>
          <p:cNvSpPr txBox="1">
            <a:spLocks noGrp="1"/>
          </p:cNvSpPr>
          <p:nvPr>
            <p:ph type="title"/>
          </p:nvPr>
        </p:nvSpPr>
        <p:spPr>
          <a:xfrm>
            <a:off x="0" y="77197"/>
            <a:ext cx="6729984" cy="678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Resultados do Treinamento e Validação</a:t>
            </a:r>
            <a:endParaRPr b="1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6DC3AE6-A1D8-48E5-BF0B-BD4C58B9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212198"/>
            <a:ext cx="4876800" cy="298046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3C4B7FE-4455-48C8-8F4C-020DE002A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2198"/>
            <a:ext cx="4333019" cy="2980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6"/>
          <p:cNvSpPr txBox="1">
            <a:spLocks noGrp="1"/>
          </p:cNvSpPr>
          <p:nvPr>
            <p:ph type="title"/>
          </p:nvPr>
        </p:nvSpPr>
        <p:spPr>
          <a:xfrm>
            <a:off x="0" y="23467"/>
            <a:ext cx="6729984" cy="678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Resultados do Treinamento</a:t>
            </a:r>
            <a:endParaRPr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68BA03-EE65-4966-B91E-181A29222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9003"/>
            <a:ext cx="9144000" cy="866797"/>
          </a:xfrm>
          <a:prstGeom prst="rect">
            <a:avLst/>
          </a:prstGeom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87909186-307D-4A6E-B90B-8911ABA700F7}"/>
              </a:ext>
            </a:extLst>
          </p:cNvPr>
          <p:cNvSpPr txBox="1"/>
          <p:nvPr/>
        </p:nvSpPr>
        <p:spPr>
          <a:xfrm>
            <a:off x="0" y="986912"/>
            <a:ext cx="8278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</a:rPr>
              <a:t>1° Época: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F49777D1-D6BA-467C-B0B0-D0CA49BD8B25}"/>
              </a:ext>
            </a:extLst>
          </p:cNvPr>
          <p:cNvSpPr txBox="1"/>
          <p:nvPr/>
        </p:nvSpPr>
        <p:spPr>
          <a:xfrm>
            <a:off x="0" y="2419336"/>
            <a:ext cx="8278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</a:rPr>
              <a:t>100° Época: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2A4D079-6DA9-4816-BF35-0A0C98828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2747"/>
            <a:ext cx="9144000" cy="74689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2DFB868-31F5-403D-9FB9-7F9E15B93E2F}"/>
              </a:ext>
            </a:extLst>
          </p:cNvPr>
          <p:cNvSpPr txBox="1"/>
          <p:nvPr/>
        </p:nvSpPr>
        <p:spPr>
          <a:xfrm>
            <a:off x="0" y="3706913"/>
            <a:ext cx="9144000" cy="116955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l"/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Na 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1ª época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, as perdas são altas (</a:t>
            </a:r>
            <a:r>
              <a:rPr lang="pt-BR" b="1" i="0" dirty="0" err="1">
                <a:solidFill>
                  <a:srgbClr val="F8FAFF"/>
                </a:solidFill>
                <a:effectLst/>
                <a:latin typeface="Inter"/>
              </a:rPr>
              <a:t>box_loss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: 1.213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, </a:t>
            </a:r>
            <a:r>
              <a:rPr lang="pt-BR" b="1" i="0" dirty="0" err="1">
                <a:solidFill>
                  <a:srgbClr val="F8FAFF"/>
                </a:solidFill>
                <a:effectLst/>
                <a:latin typeface="Inter"/>
              </a:rPr>
              <a:t>cls_loss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: 3.251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), e as métricas de precisão e </a:t>
            </a:r>
            <a:r>
              <a:rPr lang="pt-BR" b="0" i="0" dirty="0" err="1">
                <a:solidFill>
                  <a:srgbClr val="F8FAFF"/>
                </a:solidFill>
                <a:effectLst/>
                <a:latin typeface="Inter"/>
              </a:rPr>
              <a:t>mAP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 são baixas (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Box(P): 0.0041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, 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mAP50: 0.55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), indicando que o modelo ainda está aprendendo.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F8FAFF"/>
              </a:solidFill>
              <a:effectLst/>
              <a:latin typeface="Inter"/>
            </a:endParaRPr>
          </a:p>
          <a:p>
            <a:pPr algn="l"/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Na 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100ª época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, as perdas diminuíram significativamente (</a:t>
            </a:r>
            <a:r>
              <a:rPr lang="pt-BR" b="1" i="0" dirty="0" err="1">
                <a:solidFill>
                  <a:srgbClr val="F8FAFF"/>
                </a:solidFill>
                <a:effectLst/>
                <a:latin typeface="Inter"/>
              </a:rPr>
              <a:t>box_loss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: 0.246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, </a:t>
            </a:r>
            <a:r>
              <a:rPr lang="pt-BR" b="1" i="0" dirty="0" err="1">
                <a:solidFill>
                  <a:srgbClr val="F8FAFF"/>
                </a:solidFill>
                <a:effectLst/>
                <a:latin typeface="Inter"/>
              </a:rPr>
              <a:t>cls_loss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: 0.3679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), e as métricas de precisão e </a:t>
            </a:r>
            <a:r>
              <a:rPr lang="pt-BR" b="0" i="0" dirty="0" err="1">
                <a:solidFill>
                  <a:srgbClr val="F8FAFF"/>
                </a:solidFill>
                <a:effectLst/>
                <a:latin typeface="Inter"/>
              </a:rPr>
              <a:t>mAP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 melhoraram drasticamente (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Box(P): 0.96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, </a:t>
            </a: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mAP50: 0.995</a:t>
            </a:r>
            <a:r>
              <a:rPr lang="pt-BR" b="0" i="0" dirty="0">
                <a:solidFill>
                  <a:srgbClr val="F8FAFF"/>
                </a:solidFill>
                <a:effectLst/>
                <a:latin typeface="Inter"/>
              </a:rPr>
              <a:t>), mostrando que o modelo aprendeu a classificar e localizar objetos com alta precisão.</a:t>
            </a:r>
          </a:p>
        </p:txBody>
      </p:sp>
    </p:spTree>
    <p:extLst>
      <p:ext uri="{BB962C8B-B14F-4D97-AF65-F5344CB8AC3E}">
        <p14:creationId xmlns:p14="http://schemas.microsoft.com/office/powerpoint/2010/main" val="82352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6"/>
          <p:cNvSpPr txBox="1">
            <a:spLocks noGrp="1"/>
          </p:cNvSpPr>
          <p:nvPr>
            <p:ph type="title"/>
          </p:nvPr>
        </p:nvSpPr>
        <p:spPr>
          <a:xfrm>
            <a:off x="2462784" y="77197"/>
            <a:ext cx="6729984" cy="678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Resultados do Teste</a:t>
            </a:r>
            <a:endParaRPr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B71587-A266-4B00-8F4B-FB404D844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958" y="731634"/>
            <a:ext cx="4683258" cy="407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70017"/>
      </p:ext>
    </p:extLst>
  </p:cSld>
  <p:clrMapOvr>
    <a:masterClrMapping/>
  </p:clrMapOvr>
</p:sld>
</file>

<file path=ppt/theme/theme1.xml><?xml version="1.0" encoding="utf-8"?>
<a:theme xmlns:a="http://schemas.openxmlformats.org/drawingml/2006/main" name="How to Craft Hyper-Personalized Ads (AI) Workshop by Slidesgo">
  <a:themeElements>
    <a:clrScheme name="Simple Light">
      <a:dk1>
        <a:srgbClr val="F8FAFB"/>
      </a:dk1>
      <a:lt1>
        <a:srgbClr val="040217"/>
      </a:lt1>
      <a:dk2>
        <a:srgbClr val="484094"/>
      </a:dk2>
      <a:lt2>
        <a:srgbClr val="B1B1B1"/>
      </a:lt2>
      <a:accent1>
        <a:srgbClr val="16A3EF"/>
      </a:accent1>
      <a:accent2>
        <a:srgbClr val="59CDFF"/>
      </a:accent2>
      <a:accent3>
        <a:srgbClr val="9ADAFE"/>
      </a:accent3>
      <a:accent4>
        <a:srgbClr val="FFFFFF"/>
      </a:accent4>
      <a:accent5>
        <a:srgbClr val="FFFFFF"/>
      </a:accent5>
      <a:accent6>
        <a:srgbClr val="FFFFFF"/>
      </a:accent6>
      <a:hlink>
        <a:srgbClr val="F8FA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</TotalTime>
  <Words>179</Words>
  <Application>Microsoft Office PowerPoint</Application>
  <PresentationFormat>Apresentação na tela (16:9)</PresentationFormat>
  <Paragraphs>17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Anaheim</vt:lpstr>
      <vt:lpstr>Anek Malayalam</vt:lpstr>
      <vt:lpstr>Arial</vt:lpstr>
      <vt:lpstr>Calibri</vt:lpstr>
      <vt:lpstr>Inter</vt:lpstr>
      <vt:lpstr>Palanquin</vt:lpstr>
      <vt:lpstr>Wingdings</vt:lpstr>
      <vt:lpstr>How to Craft Hyper-Personalized Ads (AI) Workshop by Slidesgo</vt:lpstr>
      <vt:lpstr>Monitoramento Inteligente de Idosos: Detecção de Postura com YOLO e Visão Computacional</vt:lpstr>
      <vt:lpstr>Metodologia e Preparação dos Dados</vt:lpstr>
      <vt:lpstr>Resultados do Treinamento e Validação</vt:lpstr>
      <vt:lpstr>Resultados do Treinamento</vt:lpstr>
      <vt:lpstr>Resultados do Teste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Craft Hyper-Personalized Ads (AI) Workshop</dc:title>
  <dc:creator>Pedro Caio</dc:creator>
  <cp:lastModifiedBy>Pedro Caio</cp:lastModifiedBy>
  <cp:revision>34</cp:revision>
  <dcterms:modified xsi:type="dcterms:W3CDTF">2025-02-27T18:18:32Z</dcterms:modified>
</cp:coreProperties>
</file>